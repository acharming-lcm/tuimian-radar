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42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【0:00–0:20】推免雷达，把 29 所高校官网的推免公告，变成今天该你办的几件事。2,646 条公告、557 位导师、233 条自动检查。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【0:20–0:50】保研人每天重复三件事：刷官网、找截止日、辨真假。漏一条，可能少一次报名机会。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【0:50–1:20】一句话：每天替你看 29 所学校，只推该你办的，每条能回原文。三个关键词：不漏、省时、敢用。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【1:20–1:55】第一个核心功能是不漏。29 所学校、37 个站点、2,646 条公告，每天自动更新；你不需要自己开 29 个网站。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【1:55–2:35】第二个核心功能是省时。填四行画像，每天最多十条；每条写清楚为什么推给你、还剩几天。不是给一屏信息，是告诉你今天先做哪件。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:35–3:05】第三个核心功能是敢用。每条都能点回原文；截止日分三种情况，日期明确、公告未写明、资料在附件，页面都会给出对应入口。北大那条正文没写截止日，截止日在附件第二页；我们不会写成无截止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【3:05–3:30】附赠功能：557 位导师按方向排序；套磁信是模板拼的，4 条引用都来自公告原文。找导师、写套磁信，一步到位。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【3:30–4:10】凭什么信：233 条自动检查，任何人可以复跑；三校漏检率从 74.1% 降到 17.4%。29 所学校、37 个站点持续监控，新增公告进提醒。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【4:10–4:40】免费每天前十条；29 元是待验证的价格，不是定论。找 3 到 5 位正在保研的同学试用；愿意为不漏和可回原文付费，就继续做。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【4:40–5:00】看得全、推得准、查得到。每天替你看 29 所学校，只推今天该办的，每条都能回到原文。谢谢。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58200" y="0"/>
            <a:ext cx="3733495" cy="6858000"/>
          </a:xfrm>
          <a:prstGeom prst="rect">
            <a:avLst/>
          </a:prstGeom>
          <a:gradFill rotWithShape="1">
            <a:gsLst>
              <a:gs pos="0">
                <a:srgbClr val="1D3D34"/>
              </a:gs>
              <a:gs pos="100000">
                <a:srgbClr val="0D1F1B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658368"/>
            <a:ext cx="1737360" cy="32004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推免雷达  ·  TUIMIAN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800" b="1">
                <a:solidFill>
                  <a:srgbClr val="1B2622"/>
                </a:solidFill>
                <a:latin typeface="Noto Serif SC"/>
                <a:ea typeface="Noto Serif SC"/>
              </a:rPr>
              <a:t>推免雷达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040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500" b="0">
                <a:solidFill>
                  <a:srgbClr val="6A746B"/>
                </a:solidFill>
                <a:latin typeface="Noto Sans SC"/>
                <a:ea typeface="Noto Sans SC"/>
              </a:rPr>
              <a:t>把 29 所高校官网的推免公告，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500" b="0">
                <a:solidFill>
                  <a:srgbClr val="6A746B"/>
                </a:solidFill>
                <a:latin typeface="Noto Sans SC"/>
                <a:ea typeface="Noto Sans SC"/>
              </a:rPr>
              <a:t>变成今天该你办的几件事。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B0563C"/>
                </a:solidFill>
                <a:latin typeface="Noto Serif SC"/>
                <a:ea typeface="Noto Serif SC"/>
              </a:rPr>
              <a:t>官网一发，我们就收；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B0563C"/>
                </a:solidFill>
                <a:latin typeface="Noto Serif SC"/>
                <a:ea typeface="Noto Serif SC"/>
              </a:rPr>
              <a:t>每条都留原文入口。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浙江大学 AI+X 破界黑客松 · 天猫校园产业孵化赛道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0515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5819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207568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22860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8163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所学校 / 37 个站点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331012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35204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557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050791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位导师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454456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5400" y="47548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4EBDC"/>
                </a:solidFill>
                <a:latin typeface="Noto Serif SC"/>
                <a:ea typeface="Noto Serif SC"/>
              </a:rPr>
              <a:t>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2852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条自动检查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01 / 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保研人每天，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都在重复三件事。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43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9" name="a2-1"/>
          <p:cNvSpPr txBox="1"/>
          <p:nvPr/>
        </p:nvSpPr>
        <p:spPr>
          <a:xfrm>
            <a:off x="1463040" y="2788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刷官网</a:t>
            </a:r>
          </a:p>
        </p:txBody>
      </p:sp>
      <p:sp>
        <p:nvSpPr>
          <p:cNvPr id="10" name="a2-1"/>
          <p:cNvSpPr txBox="1"/>
          <p:nvPr/>
        </p:nvSpPr>
        <p:spPr>
          <a:xfrm>
            <a:off x="3474720" y="2862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A746B"/>
                </a:solidFill>
                <a:latin typeface="Noto Sans SC"/>
                <a:ea typeface="Noto Sans SC"/>
              </a:rPr>
              <a:t>20 多所学校、几十个栏目，每天翻一遍。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048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86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3" name="a2-2"/>
          <p:cNvSpPr txBox="1"/>
          <p:nvPr/>
        </p:nvSpPr>
        <p:spPr>
          <a:xfrm>
            <a:off x="1463040" y="3931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找截止日</a:t>
            </a:r>
          </a:p>
        </p:txBody>
      </p:sp>
      <p:sp>
        <p:nvSpPr>
          <p:cNvPr id="14" name="a2-2"/>
          <p:cNvSpPr txBox="1"/>
          <p:nvPr/>
        </p:nvSpPr>
        <p:spPr>
          <a:xfrm>
            <a:off x="3474720" y="4005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A746B"/>
                </a:solidFill>
                <a:latin typeface="Noto Sans SC"/>
                <a:ea typeface="Noto Sans SC"/>
              </a:rPr>
              <a:t>经常不在正文，而在附件 PDF、表格或图片里。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8348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129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7" name="a2-3"/>
          <p:cNvSpPr txBox="1"/>
          <p:nvPr/>
        </p:nvSpPr>
        <p:spPr>
          <a:xfrm>
            <a:off x="1463040" y="5074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辨真假</a:t>
            </a:r>
          </a:p>
        </p:txBody>
      </p:sp>
      <p:sp>
        <p:nvSpPr>
          <p:cNvPr id="18" name="a2-3"/>
          <p:cNvSpPr txBox="1"/>
          <p:nvPr/>
        </p:nvSpPr>
        <p:spPr>
          <a:xfrm>
            <a:off x="3474720" y="5148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A746B"/>
                </a:solidFill>
                <a:latin typeface="Noto Sans SC"/>
                <a:ea typeface="Noto Sans SC"/>
              </a:rPr>
              <a:t>群里转的消息慢一步，还点不回原文。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B0563C"/>
                </a:solidFill>
                <a:latin typeface="Noto Serif SC"/>
                <a:ea typeface="Noto Serif SC"/>
              </a:rPr>
              <a:t>漏一条，可能少一次报名机会。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3D33"/>
              </a:gs>
              <a:gs pos="100000">
                <a:srgbClr val="0D1F1B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02 / 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4EBDC"/>
                </a:solidFill>
                <a:latin typeface="Noto Serif SC"/>
                <a:ea typeface="Noto Serif SC"/>
              </a:rPr>
              <a:t>每天替你看 29 所学校，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4EBDC"/>
                </a:solidFill>
                <a:latin typeface="Noto Serif SC"/>
                <a:ea typeface="Noto Serif SC"/>
              </a:rPr>
              <a:t>只推该你办的，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4EBDC"/>
                </a:solidFill>
                <a:latin typeface="Noto Serif SC"/>
                <a:ea typeface="Noto Serif SC"/>
              </a:rPr>
              <a:t>每条能回原文。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8" name="a3-1"/>
          <p:cNvSpPr txBox="1"/>
          <p:nvPr/>
        </p:nvSpPr>
        <p:spPr>
          <a:xfrm>
            <a:off x="14173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4EBDC"/>
                </a:solidFill>
                <a:latin typeface="Noto Serif SC"/>
                <a:ea typeface="Noto Serif SC"/>
              </a:rPr>
              <a:t>不漏</a:t>
            </a:r>
          </a:p>
        </p:txBody>
      </p:sp>
      <p:sp>
        <p:nvSpPr>
          <p:cNvPr id="9" name="a3-1"/>
          <p:cNvSpPr txBox="1"/>
          <p:nvPr/>
        </p:nvSpPr>
        <p:spPr>
          <a:xfrm>
            <a:off x="8229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官网一发就收。
29 所 / 37 个站点。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1" name="a3-2"/>
          <p:cNvSpPr txBox="1"/>
          <p:nvPr/>
        </p:nvSpPr>
        <p:spPr>
          <a:xfrm>
            <a:off x="50749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4EBDC"/>
                </a:solidFill>
                <a:latin typeface="Noto Serif SC"/>
                <a:ea typeface="Noto Serif SC"/>
              </a:rPr>
              <a:t>省时</a:t>
            </a:r>
          </a:p>
        </p:txBody>
      </p:sp>
      <p:sp>
        <p:nvSpPr>
          <p:cNvPr id="12" name="a3-2"/>
          <p:cNvSpPr txBox="1"/>
          <p:nvPr/>
        </p:nvSpPr>
        <p:spPr>
          <a:xfrm>
            <a:off x="44805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填四行字，
每天最多 10 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4" name="a3-3"/>
          <p:cNvSpPr txBox="1"/>
          <p:nvPr/>
        </p:nvSpPr>
        <p:spPr>
          <a:xfrm>
            <a:off x="87325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4EBDC"/>
                </a:solidFill>
                <a:latin typeface="Noto Serif SC"/>
                <a:ea typeface="Noto Serif SC"/>
              </a:rPr>
              <a:t>敢用</a:t>
            </a:r>
          </a:p>
        </p:txBody>
      </p:sp>
      <p:sp>
        <p:nvSpPr>
          <p:cNvPr id="15" name="a3-3"/>
          <p:cNvSpPr txBox="1"/>
          <p:nvPr/>
        </p:nvSpPr>
        <p:spPr>
          <a:xfrm>
            <a:off x="81381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每条都有原文链接；
信息完整可核对。</a:t>
            </a:r>
          </a:p>
        </p:txBody>
      </p:sp>
      <p:sp>
        <p:nvSpPr>
          <p:cNvPr id="16" name="a3-4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E0B6A4"/>
                </a:solidFill>
                <a:latin typeface="Noto Sans SC"/>
                <a:ea typeface="Noto Sans SC"/>
              </a:rPr>
              <a:t>不是又一个保研 App，是一个替你看官网的工具。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03 / 核心功能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不漏：官网一发，我们就收。</a:t>
            </a:r>
          </a:p>
        </p:txBody>
      </p:sp>
      <p:sp>
        <p:nvSpPr>
          <p:cNvPr id="7" name="a4-1"/>
          <p:cNvSpPr txBox="1"/>
          <p:nvPr/>
        </p:nvSpPr>
        <p:spPr>
          <a:xfrm>
            <a:off x="82296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所学校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31720"/>
            <a:ext cx="10972" cy="91440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4-2"/>
          <p:cNvSpPr txBox="1"/>
          <p:nvPr/>
        </p:nvSpPr>
        <p:spPr>
          <a:xfrm>
            <a:off x="352044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个站点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331720"/>
            <a:ext cx="10972" cy="91440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4-3"/>
          <p:cNvSpPr txBox="1"/>
          <p:nvPr/>
        </p:nvSpPr>
        <p:spPr>
          <a:xfrm>
            <a:off x="621792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331720"/>
            <a:ext cx="10972" cy="91440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4-4"/>
          <p:cNvSpPr txBox="1"/>
          <p:nvPr/>
        </p:nvSpPr>
        <p:spPr>
          <a:xfrm>
            <a:off x="891540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B0563C"/>
                </a:solidFill>
                <a:latin typeface="Noto Serif SC"/>
                <a:ea typeface="Noto Serif SC"/>
              </a:rPr>
              <a:t>每天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自动更新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1042416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4-1"/>
          <p:cNvSpPr txBox="1"/>
          <p:nvPr/>
        </p:nvSpPr>
        <p:spPr>
          <a:xfrm>
            <a:off x="822960" y="406908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400" b="0">
                <a:solidFill>
                  <a:srgbClr val="1B2622"/>
                </a:solidFill>
                <a:latin typeface="Noto Sans SC"/>
                <a:ea typeface="Noto Sans SC"/>
              </a:rPr>
              <a:t>你不需要每天开 29 个网站。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400" b="0">
                <a:solidFill>
                  <a:srgbClr val="1B2622"/>
                </a:solidFill>
                <a:latin typeface="Noto Sans SC"/>
                <a:ea typeface="Noto Sans SC"/>
              </a:rPr>
              <a:t>新增公告会进站内提醒，不用自己刷。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覆盖广不广，直接决定会不会漏。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04 / 核心功能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省时：只推该你办的那几条。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8" name="a5-1"/>
          <p:cNvSpPr txBox="1"/>
          <p:nvPr/>
        </p:nvSpPr>
        <p:spPr>
          <a:xfrm>
            <a:off x="8229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填四行画像</a:t>
            </a:r>
          </a:p>
        </p:txBody>
      </p:sp>
      <p:sp>
        <p:nvSpPr>
          <p:cNvPr id="9" name="a5-1"/>
          <p:cNvSpPr txBox="1"/>
          <p:nvPr/>
        </p:nvSpPr>
        <p:spPr>
          <a:xfrm>
            <a:off x="8229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学校 / 专业 / 意向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2" name="a5-2"/>
          <p:cNvSpPr txBox="1"/>
          <p:nvPr/>
        </p:nvSpPr>
        <p:spPr>
          <a:xfrm>
            <a:off x="35661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每天最多 10 条</a:t>
            </a:r>
          </a:p>
        </p:txBody>
      </p:sp>
      <p:sp>
        <p:nvSpPr>
          <p:cNvPr id="13" name="a5-2"/>
          <p:cNvSpPr txBox="1"/>
          <p:nvPr/>
        </p:nvSpPr>
        <p:spPr>
          <a:xfrm>
            <a:off x="35661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不是一屏信息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16" name="a5-3"/>
          <p:cNvSpPr txBox="1"/>
          <p:nvPr/>
        </p:nvSpPr>
        <p:spPr>
          <a:xfrm>
            <a:off x="63093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写清为什么推给你</a:t>
            </a:r>
          </a:p>
        </p:txBody>
      </p:sp>
      <p:sp>
        <p:nvSpPr>
          <p:cNvPr id="17" name="a5-3"/>
          <p:cNvSpPr txBox="1"/>
          <p:nvPr/>
        </p:nvSpPr>
        <p:spPr>
          <a:xfrm>
            <a:off x="63093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学校 / 专业 / 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0" name="a5-4"/>
          <p:cNvSpPr txBox="1"/>
          <p:nvPr/>
        </p:nvSpPr>
        <p:spPr>
          <a:xfrm>
            <a:off x="90525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B2622"/>
                </a:solidFill>
                <a:latin typeface="Noto Serif SC"/>
                <a:ea typeface="Noto Serif SC"/>
              </a:rPr>
              <a:t>标出还剩几天</a:t>
            </a:r>
          </a:p>
        </p:txBody>
      </p:sp>
      <p:sp>
        <p:nvSpPr>
          <p:cNvPr id="21" name="a5-4"/>
          <p:cNvSpPr txBox="1"/>
          <p:nvPr/>
        </p:nvSpPr>
        <p:spPr>
          <a:xfrm>
            <a:off x="90525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今天截止会跳出来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4754880"/>
            <a:ext cx="2468880" cy="10972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5-5"/>
          <p:cNvSpPr txBox="1"/>
          <p:nvPr/>
        </p:nvSpPr>
        <p:spPr>
          <a:xfrm>
            <a:off x="822960" y="52578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B0563C"/>
                </a:solidFill>
                <a:latin typeface="Noto Serif SC"/>
                <a:ea typeface="Noto Serif SC"/>
              </a:rPr>
              <a:t>只给你今天该做的那几条。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6" grpId="0"/>
      <p:bldP spid="17" grpId="0"/>
      <p:bldP spid="20" grpId="0"/>
      <p:bldP spid="21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05 / 核心功能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敢用：每条都能点回原文。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FOUND</a:t>
            </a:r>
          </a:p>
        </p:txBody>
      </p:sp>
      <p:sp>
        <p:nvSpPr>
          <p:cNvPr id="8" name="a6-1"/>
          <p:cNvSpPr txBox="1"/>
          <p:nvPr/>
        </p:nvSpPr>
        <p:spPr>
          <a:xfrm>
            <a:off x="8229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日期明确</a:t>
            </a:r>
          </a:p>
        </p:txBody>
      </p:sp>
      <p:sp>
        <p:nvSpPr>
          <p:cNvPr id="9" name="a6-1"/>
          <p:cNvSpPr txBox="1"/>
          <p:nvPr/>
        </p:nvSpPr>
        <p:spPr>
          <a:xfrm>
            <a:off x="8229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直接显示日期和剩余天数。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514600"/>
            <a:ext cx="10972" cy="201168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ABSENT</a:t>
            </a:r>
          </a:p>
        </p:txBody>
      </p:sp>
      <p:sp>
        <p:nvSpPr>
          <p:cNvPr id="12" name="a6-2"/>
          <p:cNvSpPr txBox="1"/>
          <p:nvPr/>
        </p:nvSpPr>
        <p:spPr>
          <a:xfrm>
            <a:off x="44805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公告未写明</a:t>
            </a:r>
          </a:p>
        </p:txBody>
      </p:sp>
      <p:sp>
        <p:nvSpPr>
          <p:cNvPr id="13" name="a6-2"/>
          <p:cNvSpPr txBox="1"/>
          <p:nvPr/>
        </p:nvSpPr>
        <p:spPr>
          <a:xfrm>
            <a:off x="44805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保留附件和原文链接，提示查看原文。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514600"/>
            <a:ext cx="10972" cy="201168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UNKNOWN</a:t>
            </a:r>
          </a:p>
        </p:txBody>
      </p:sp>
      <p:sp>
        <p:nvSpPr>
          <p:cNvPr id="16" name="a6-3"/>
          <p:cNvSpPr txBox="1"/>
          <p:nvPr/>
        </p:nvSpPr>
        <p:spPr>
          <a:xfrm>
            <a:off x="81381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B2622"/>
                </a:solidFill>
                <a:latin typeface="Noto Serif SC"/>
                <a:ea typeface="Noto Serif SC"/>
              </a:rPr>
              <a:t>资料在附件</a:t>
            </a:r>
          </a:p>
        </p:txBody>
      </p:sp>
      <p:sp>
        <p:nvSpPr>
          <p:cNvPr id="17" name="a6-3"/>
          <p:cNvSpPr txBox="1"/>
          <p:nvPr/>
        </p:nvSpPr>
        <p:spPr>
          <a:xfrm>
            <a:off x="81381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正文、附件、原文入口一次给全。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46320"/>
            <a:ext cx="10424160" cy="32004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6-2"/>
          <p:cNvSpPr txBox="1"/>
          <p:nvPr/>
        </p:nvSpPr>
        <p:spPr>
          <a:xfrm>
            <a:off x="1051560" y="50292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1B2622"/>
                </a:solidFill>
                <a:latin typeface="Noto Sans SC"/>
                <a:ea typeface="Noto Sans SC"/>
              </a:rPr>
              <a:t>北大 2027 推免办法正文没写截止日，截止日在附件第二页。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1B2622"/>
                </a:solidFill>
                <a:latin typeface="Noto Sans SC"/>
                <a:ea typeface="Noto Sans SC"/>
              </a:rPr>
              <a:t>我们不会写「无截止日」，会保留附件和原文链接。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6" grpId="0"/>
      <p:bldP spid="1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06 / 附赠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还能找导师、写套磁信。</a:t>
            </a:r>
          </a:p>
        </p:txBody>
      </p:sp>
      <p:sp>
        <p:nvSpPr>
          <p:cNvPr id="7" name="a7-1"/>
          <p:cNvSpPr txBox="1"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B0563C"/>
                </a:solidFill>
                <a:latin typeface="Noto Serif SC"/>
                <a:ea typeface="Noto Serif SC"/>
              </a:rPr>
              <a:t>557 位导师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379 位有研究方向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327 位有公开邮箱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按方向排序，不看名气</a:t>
            </a:r>
          </a:p>
        </p:txBody>
      </p:sp>
      <p:sp>
        <p:nvSpPr>
          <p:cNvPr id="9" name="a7-2"/>
          <p:cNvSpPr txBox="1"/>
          <p:nvPr/>
        </p:nvSpPr>
        <p:spPr>
          <a:xfrm>
            <a:off x="63093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B0563C"/>
                </a:solidFill>
                <a:latin typeface="Noto Serif SC"/>
                <a:ea typeface="Noto Serif SC"/>
              </a:rPr>
              <a:t>4 条引用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一键生成套磁信草稿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每条引用都来自公告原文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点一下就能核对</a:t>
            </a:r>
          </a:p>
        </p:txBody>
      </p:sp>
      <p:sp>
        <p:nvSpPr>
          <p:cNvPr id="11" name="a7-3"/>
          <p:cNvSpPr txBox="1"/>
          <p:nvPr/>
        </p:nvSpPr>
        <p:spPr>
          <a:xfrm>
            <a:off x="822960" y="475488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B0563C"/>
                </a:solidFill>
                <a:latin typeface="Noto Serif SC"/>
                <a:ea typeface="Noto Serif SC"/>
              </a:rPr>
              <a:t>找导师、写套磁信，一步到位。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3D33"/>
              </a:gs>
              <a:gs pos="100000">
                <a:srgbClr val="0D1F1B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07 / 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4EBDC"/>
                </a:solidFill>
                <a:latin typeface="Noto Serif SC"/>
                <a:ea typeface="Noto Serif SC"/>
              </a:rPr>
              <a:t>三条硬指标。</a:t>
            </a:r>
          </a:p>
        </p:txBody>
      </p:sp>
      <p:sp>
        <p:nvSpPr>
          <p:cNvPr id="7" name="a8-1"/>
          <p:cNvSpPr txBox="1"/>
          <p:nvPr/>
        </p:nvSpPr>
        <p:spPr>
          <a:xfrm>
            <a:off x="822960" y="23317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0A16A"/>
                </a:solidFill>
                <a:latin typeface="Noto Serif SC"/>
                <a:ea typeface="Noto Serif SC"/>
              </a:rPr>
              <a:t>233 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500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4EBDC"/>
                </a:solidFill>
                <a:latin typeface="Noto Sans SC"/>
                <a:ea typeface="Noto Sans SC"/>
              </a:rPr>
              <a:t>自动检查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35000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契约、三态、数据健康，全部可复跑。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8-2"/>
          <p:cNvSpPr txBox="1"/>
          <p:nvPr/>
        </p:nvSpPr>
        <p:spPr>
          <a:xfrm>
            <a:off x="822960" y="352043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0A16A"/>
                </a:solidFill>
                <a:latin typeface="Noto Serif SC"/>
                <a:ea typeface="Noto Serif SC"/>
              </a:rPr>
              <a:t>74.1% → 17.4%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387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4EBDC"/>
                </a:solidFill>
                <a:latin typeface="Noto Sans SC"/>
                <a:ea typeface="Noto Sans SC"/>
              </a:rPr>
              <a:t>三校漏检率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538727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北大、川大、清华物理。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97679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8-3"/>
          <p:cNvSpPr txBox="1"/>
          <p:nvPr/>
        </p:nvSpPr>
        <p:spPr>
          <a:xfrm>
            <a:off x="822960" y="47091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0A16A"/>
                </a:solidFill>
                <a:latin typeface="Noto Serif SC"/>
                <a:ea typeface="Noto Serif SC"/>
              </a:rPr>
              <a:t>29 所 / 37 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274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4EBDC"/>
                </a:solidFill>
                <a:latin typeface="Noto Sans SC"/>
                <a:ea typeface="Noto Sans SC"/>
              </a:rPr>
              <a:t>持续监控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7274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每日更新，新增公告进提醒。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486400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8-4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每一条结论，都能回到原文核对。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8F0"/>
              </a:gs>
              <a:gs pos="100000">
                <a:srgbClr val="EFE5D3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0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B0563C"/>
                </a:solidFill>
                <a:latin typeface="Noto Sans SC"/>
                <a:ea typeface="Noto Sans SC"/>
              </a:rPr>
              <a:t>08 / 收费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先用免费版证明「不漏」，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B2622"/>
                </a:solidFill>
                <a:latin typeface="Noto Serif SC"/>
                <a:ea typeface="Noto Serif SC"/>
              </a:rPr>
              <a:t>再让人为提醒付费。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200" b="1">
                <a:solidFill>
                  <a:srgbClr val="B0563C"/>
                </a:solidFill>
                <a:latin typeface="Noto Serif SC"/>
                <a:ea typeface="Noto Serif SC"/>
              </a:rPr>
              <a:t>29 元 /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8529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待验证的价格</a:t>
            </a:r>
          </a:p>
        </p:txBody>
      </p:sp>
      <p:sp>
        <p:nvSpPr>
          <p:cNvPr id="9" name="a9-1"/>
          <p:cNvSpPr txBox="1"/>
          <p:nvPr/>
        </p:nvSpPr>
        <p:spPr>
          <a:xfrm>
            <a:off x="822960" y="34747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免费：每天前 10 条推送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付费：提醒、历史搜索、原文核对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目标：每天替学生省下 30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697480"/>
            <a:ext cx="10972" cy="2651760"/>
          </a:xfrm>
          <a:prstGeom prst="rect">
            <a:avLst/>
          </a:prstGeom>
          <a:solidFill>
            <a:srgbClr val="DF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651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1B2622"/>
                </a:solidFill>
                <a:latin typeface="Noto Serif SC"/>
                <a:ea typeface="Noto Serif SC"/>
              </a:rPr>
              <a:t>怎么验证</a:t>
            </a:r>
          </a:p>
        </p:txBody>
      </p:sp>
      <p:sp>
        <p:nvSpPr>
          <p:cNvPr id="12" name="a9-2"/>
          <p:cNvSpPr txBox="1"/>
          <p:nvPr/>
        </p:nvSpPr>
        <p:spPr>
          <a:xfrm>
            <a:off x="6446520" y="320040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找浙大物理、材料学院 3–5 位正在保研的同学，试用 15 分钟。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愿意为「不漏 + 可回原文」付费，就继续做。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A746B"/>
                </a:solidFill>
                <a:latin typeface="Noto Sans SC"/>
                <a:ea typeface="Noto Sans SC"/>
              </a:rPr>
              <a:t>校园试点已启动，先看真实反馈。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0A16A"/>
                </a:solidFill>
                <a:latin typeface="Noto Sans SC"/>
                <a:ea typeface="Noto Sans SC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3D33"/>
              </a:gs>
              <a:gs pos="100000">
                <a:srgbClr val="0D1F1B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09 / 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0A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4EBDC"/>
                </a:solidFill>
                <a:latin typeface="Noto Serif SC"/>
                <a:ea typeface="Noto Serif SC"/>
              </a:rPr>
              <a:t>看得全，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4EBDC"/>
                </a:solidFill>
                <a:latin typeface="Noto Serif SC"/>
                <a:ea typeface="Noto Serif SC"/>
              </a:rPr>
              <a:t>推得准，查得到。</a:t>
            </a:r>
          </a:p>
        </p:txBody>
      </p:sp>
      <p:sp>
        <p:nvSpPr>
          <p:cNvPr id="7" name="a10-1"/>
          <p:cNvSpPr txBox="1"/>
          <p:nvPr/>
        </p:nvSpPr>
        <p:spPr>
          <a:xfrm>
            <a:off x="822960" y="3337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每天替你看 29 所学校，只推今天该办的。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每条都能回到原文。</a:t>
            </a:r>
          </a:p>
        </p:txBody>
      </p:sp>
      <p:sp>
        <p:nvSpPr>
          <p:cNvPr id="8" name="a10-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4EBDC"/>
                </a:solidFill>
                <a:latin typeface="Noto Sans SC"/>
                <a:ea typeface="Noto Sans SC"/>
              </a:rPr>
              <a:t>产品：lcmcharming-tuimian-radar.ms.show</a:t>
            </a:r>
          </a:p>
        </p:txBody>
      </p:sp>
      <p:sp>
        <p:nvSpPr>
          <p:cNvPr id="9" name="a10-2"/>
          <p:cNvSpPr txBox="1"/>
          <p:nvPr/>
        </p:nvSpPr>
        <p:spPr>
          <a:xfrm>
            <a:off x="822960" y="53218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4EBDC"/>
                </a:solidFill>
                <a:latin typeface="Noto Sans SC"/>
                <a:ea typeface="Noto Sans SC"/>
              </a:rPr>
              <a:t>代码：github.com/ACharming-LCM/tuimian-radar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579</Words>
  <Application>Microsoft Office PowerPoint</Application>
  <PresentationFormat>宽屏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Noto Serif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推免雷达 · 5 分钟路演</dc:title>
  <dc:subject>保研信息监控与核对工具</dc:subject>
  <dc:creator>ACharming-LCM</dc:creator>
  <cp:keywords/>
  <dc:description>generated using python-pptx</dc:description>
  <cp:lastModifiedBy>8619564781616</cp:lastModifiedBy>
  <cp:revision>2</cp:revision>
  <dcterms:created xsi:type="dcterms:W3CDTF">2013-01-27T09:14:16Z</dcterms:created>
  <dcterms:modified xsi:type="dcterms:W3CDTF">2026-10-22T10:14:28Z</dcterms:modified>
  <cp:category/>
</cp:coreProperties>
</file>